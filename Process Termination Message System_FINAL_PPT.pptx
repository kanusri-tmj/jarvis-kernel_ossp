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63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6D1B3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6D1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8C2A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&amp; SYSTEMS PROGRAMMING  •  25CS2104E  •  2026–27, TERM 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9875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Termination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system to monitor child-process termination, analyse exit status, and prevent zombie processes.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25400">
            <a:solidFill>
              <a:srgbClr val="C9A6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 •  Team 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2520030432 — K Anusri      2520030440 — K Anshu      2520030193 — K Dheeraj      2520030028 — B Mohith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  <a:effectLst>
            <a:outerShdw blurRad="101600" dist="25400" dir="5400000" algn="bl" rotWithShape="0">
              <a:srgbClr val="3B0A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6D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Termination Message System </a:t>
            </a:r>
            <a:r>
              <a:rPr lang="en-US" sz="13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Linux-based project that monitors and reports the termination of child processes created by a parent process, demonstrating core OS concepts such as process creation, parent-child relationships, synchronization, and signal-based termination.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337560"/>
            <a:ext cx="6309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C on Linux, a parent process forks multiple children, each performing a distinct task before exiting normally or under a simulated abnormal condition. The parent then uses wait() / waitpid() to collect each child's termination status.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exit status, and normal-vs-signalled outcome are analysed with WIFEXITED(), WEXITSTATUS(), and WIFSIGNALED() — ensuring no terminated child is left behind as a zombie process.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1554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6D1B3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1874520"/>
            <a:ext cx="731520" cy="73152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10" name="Image 0" descr="/home/claude/ppt/icon_f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774" y="2035454"/>
            <a:ext cx="409651" cy="4096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810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Creation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127248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6D1B36"/>
          </a:solidFill>
          <a:ln/>
        </p:spPr>
      </p:sp>
      <p:sp>
        <p:nvSpPr>
          <p:cNvPr id="14" name="Shape 11"/>
          <p:cNvSpPr/>
          <p:nvPr/>
        </p:nvSpPr>
        <p:spPr>
          <a:xfrm>
            <a:off x="7863840" y="3447288"/>
            <a:ext cx="731520" cy="73152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15" name="Image 1" descr="/home/claude/ppt/icon_wa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774" y="3608222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7824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778240" y="37856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/ waitpid()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635240" y="4700016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6D1B36"/>
          </a:solidFill>
          <a:ln/>
        </p:spPr>
      </p:sp>
      <p:sp>
        <p:nvSpPr>
          <p:cNvPr id="19" name="Shape 15"/>
          <p:cNvSpPr/>
          <p:nvPr/>
        </p:nvSpPr>
        <p:spPr>
          <a:xfrm>
            <a:off x="7863840" y="5020056"/>
            <a:ext cx="731520" cy="73152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20" name="Image 2" descr="/home/claude/ppt/icon_sig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774" y="5180990"/>
            <a:ext cx="409651" cy="4096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78240" y="49560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Handling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778240" y="53583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signals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4480560"/>
          </a:xfrm>
          <a:prstGeom prst="roundRect">
            <a:avLst>
              <a:gd name="adj" fmla="val 2791"/>
            </a:avLst>
          </a:prstGeom>
          <a:solidFill>
            <a:srgbClr val="3B0A1E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965960"/>
            <a:ext cx="1188720" cy="11887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6" name="Image 0" descr="/home/claude/ppt/icon_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678" y="2227478"/>
            <a:ext cx="665683" cy="665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Zombie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Unreaped children waste PIDs and kernel resources until the parent collects their status.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0" y="1600200"/>
            <a:ext cx="6903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  <a:effectLst>
            <a:outerShdw blurRad="101600" dist="25400" dir="5400000" algn="bl" rotWithShape="0">
              <a:srgbClr val="3B0A1E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74920" y="1783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074920" y="21945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child processes are created in Linux, the parent needs a mechanism to detect their termination and collect meaningful information about how they ended. Without proper handling, terminated children may remain as zombie processes, wasting system resources.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754880" y="3886200"/>
            <a:ext cx="6903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  <a:effectLst>
            <a:outerShdw blurRad="101600" dist="25400" dir="5400000" algn="bl" rotWithShape="0">
              <a:srgbClr val="3B0A1E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74920" y="4069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Fix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74920" y="4480560"/>
            <a:ext cx="6309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Process Termination Message System that creates multiple children, monitors their termination, and collects exit status using wait()/waitpid() — identifying normal vs. signalled termination and displaying clear, meaningful messages.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280160"/>
            <a:ext cx="3291840" cy="3291840"/>
          </a:xfrm>
          <a:prstGeom prst="ellipse">
            <a:avLst/>
          </a:prstGeom>
          <a:solidFill>
            <a:srgbClr val="6D1B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6D1B3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C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child processes using the fork() system call.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6D1B3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5623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C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37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monitor the termination of each child process.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6D1B3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4223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C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wait() or waitpid() to collect and analyse termination status.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6D1B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14223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C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37960" y="4892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normal vs. abnormal termination and prevent zombie processes.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tested on Linux/Ubuntu in C. Some children terminate normally via exit(); others simulate abnormal termination via signals. The parent waits, analyses status with the WIF* macros, and reports outcomes — ensuring every child is reaped.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31620" y="3360420"/>
            <a:ext cx="9098280" cy="0"/>
          </a:xfrm>
          <a:prstGeom prst="line">
            <a:avLst/>
          </a:prstGeom>
          <a:noFill/>
          <a:ln w="25400">
            <a:solidFill>
              <a:srgbClr val="C9A66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51560" y="2880360"/>
            <a:ext cx="960120" cy="9601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7" name="Image 0" descr="/home/claude/ppt/icon_f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786" y="3091586"/>
            <a:ext cx="537667" cy="5376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Children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4434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26130" y="2880360"/>
            <a:ext cx="960120" cy="96012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11" name="Image 1" descr="/home/claude/ppt/icon_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356" y="3091586"/>
            <a:ext cx="537667" cy="537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8605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Task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686050" y="4434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workload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00700" y="2880360"/>
            <a:ext cx="960120" cy="9601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15" name="Image 2" descr="/home/claude/ppt/icon_sig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926" y="3091586"/>
            <a:ext cx="537667" cy="5376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6062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960620" y="4434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 via signal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875270" y="2880360"/>
            <a:ext cx="960120" cy="96012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19" name="Image 3" descr="/home/claude/ppt/icon_wa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496" y="3091586"/>
            <a:ext cx="537667" cy="53766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3519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Status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7235190" y="4434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/ waitpid()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0149840" y="2880360"/>
            <a:ext cx="960120" cy="9601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23" name="Image 4" descr="/home/claude/ppt/icon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1066" y="3091586"/>
            <a:ext cx="537667" cy="53766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0976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Report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509760" y="4434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WIFEXITED / WEXITSTATUS / WIFSIGNALED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6D1B36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53492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the PID of each terminated child, and whether it exited normally or due to a signal — with zero zombie processes remaining.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&amp; MACROS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/ Linux APIs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multiple child processes.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1305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parent to wait for child termination.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1305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termination status of specific children.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getpid()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6850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Obtains and displays the PID of processes.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1546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36850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 child process to terminate normally.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1546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36850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signal-based process termination.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WIFEXITED()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2395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child terminated normally.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4709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WEXITSTATUS()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52395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Obtains the exit status of a normal termination.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4709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1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WIFSIGNALED()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5320" y="52395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child was terminated by a signal.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solidFill>
            <a:srgbClr val="6D1B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6D1B3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148840"/>
            <a:ext cx="1005840" cy="100584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7" name="Image 0" descr="/home/claude/ppt/icon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5" y="2370125"/>
            <a:ext cx="563270" cy="5632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Anusri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2520030432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5840" y="4114800"/>
            <a:ext cx="1737360" cy="0"/>
          </a:xfrm>
          <a:prstGeom prst="line">
            <a:avLst/>
          </a:prstGeom>
          <a:noFill/>
          <a:ln w="12700">
            <a:solidFill>
              <a:srgbClr val="A643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2519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 using fork() and overall integration of the project.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8288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6D1B36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2148840"/>
            <a:ext cx="1005840" cy="100584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14" name="Image 1" descr="/home/claude/ppt/icon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245" y="2370125"/>
            <a:ext cx="563270" cy="5632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Anshu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6616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2520030440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86200" y="4114800"/>
            <a:ext cx="1737360" cy="0"/>
          </a:xfrm>
          <a:prstGeom prst="line">
            <a:avLst/>
          </a:prstGeom>
          <a:noFill/>
          <a:ln w="12700">
            <a:solidFill>
              <a:srgbClr val="A643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11880" y="42519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normal child-process termination and exit status handling.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09360" y="18288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6D1B36"/>
          </a:solidFill>
          <a:ln/>
        </p:spPr>
      </p:sp>
      <p:sp>
        <p:nvSpPr>
          <p:cNvPr id="20" name="Shape 16"/>
          <p:cNvSpPr/>
          <p:nvPr/>
        </p:nvSpPr>
        <p:spPr>
          <a:xfrm>
            <a:off x="7132320" y="2148840"/>
            <a:ext cx="1005840" cy="100584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21" name="Image 2" descr="/home/claude/ppt/icon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605" y="2370125"/>
            <a:ext cx="563270" cy="56327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Dheeraj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4652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2520030193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66560" y="4114800"/>
            <a:ext cx="1737360" cy="0"/>
          </a:xfrm>
          <a:prstGeom prst="line">
            <a:avLst/>
          </a:prstGeom>
          <a:noFill/>
          <a:ln w="12700">
            <a:solidFill>
              <a:srgbClr val="A6435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92240" y="42519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abnormal termination and signal handling.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189720" y="18288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6D1B36"/>
          </a:solidFill>
          <a:ln/>
        </p:spPr>
      </p:sp>
      <p:sp>
        <p:nvSpPr>
          <p:cNvPr id="27" name="Shape 22"/>
          <p:cNvSpPr/>
          <p:nvPr/>
        </p:nvSpPr>
        <p:spPr>
          <a:xfrm>
            <a:off x="10012680" y="2148840"/>
            <a:ext cx="1005840" cy="100584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28" name="Image 3" descr="/home/claude/ppt/icon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965" y="2370125"/>
            <a:ext cx="563270" cy="56327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2688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Mohith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3268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2520030028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9646920" y="4114800"/>
            <a:ext cx="1737360" cy="0"/>
          </a:xfrm>
          <a:prstGeom prst="line">
            <a:avLst/>
          </a:prstGeom>
          <a:noFill/>
          <a:ln w="12700">
            <a:solidFill>
              <a:srgbClr val="A6435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372600" y="42519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output analysis, documentation, and GitHub repository management.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Platforms &amp; Software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1828800"/>
            <a:ext cx="731520" cy="7315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6" name="Image 0" descr="/home/claude/ppt/icon_lin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834" y="19897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/ Ubuntu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environment for implementation &amp; testing.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4820" y="1828800"/>
            <a:ext cx="731520" cy="7315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11" name="Image 1" descr="/home/claude/ppt/icon_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754" y="19897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Programming Language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7472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development.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63740" y="1828800"/>
            <a:ext cx="731520" cy="7315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16" name="Image 2" descr="/home/claude/ppt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674" y="198973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Compiler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6364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the C source code.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Shape 15"/>
          <p:cNvSpPr/>
          <p:nvPr/>
        </p:nvSpPr>
        <p:spPr>
          <a:xfrm>
            <a:off x="9852660" y="1828800"/>
            <a:ext cx="731520" cy="7315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21" name="Image 3" descr="/home/claude/ppt/icon_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3594" y="198973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Notepad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5256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editing source code.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485900" y="4023360"/>
            <a:ext cx="731520" cy="7315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26" name="Image 4" descr="/home/claude/ppt/icon_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834" y="4184294"/>
            <a:ext cx="409651" cy="4096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800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5800" y="5212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and testing the program.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37560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274820" y="4023360"/>
            <a:ext cx="731520" cy="7315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31" name="Image 5" descr="/home/claude/ppt/icon_b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5754" y="4184294"/>
            <a:ext cx="409651" cy="4096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4720" y="4800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GDB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74720" y="5212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program.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26480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063740" y="4023360"/>
            <a:ext cx="731520" cy="731520"/>
          </a:xfrm>
          <a:prstGeom prst="ellipse">
            <a:avLst/>
          </a:prstGeom>
          <a:solidFill>
            <a:srgbClr val="6D1B36"/>
          </a:solidFill>
          <a:ln/>
        </p:spPr>
      </p:sp>
      <p:pic>
        <p:nvPicPr>
          <p:cNvPr id="36" name="Image 6" descr="/home/claude/ppt/icon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4674" y="4184294"/>
            <a:ext cx="409651" cy="40965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63640" y="4800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63640" y="5212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repository management.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7D6DB"/>
            </a:solidFill>
            <a:prstDash val="solid"/>
          </a:ln>
          <a:effectLst>
            <a:outerShdw blurRad="101600" dist="25400" dir="5400000" algn="bl" rotWithShape="0">
              <a:srgbClr val="3B0A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6355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Linux-based application capable of creating multiple child processes and monitoring their termination in real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6355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each child's PID and termination status — normal or signal-based — while ensuring no terminated child remains a zombie process.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6355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fork(), wait(), and waitpid() in action, giving a clear picture of process lifecycle management and parent-child relationships in Linux.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18120" y="164592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3B0A1E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1783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9A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001000" y="26974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processes left behind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18120" y="402336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6D1B3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92440" y="4251960"/>
            <a:ext cx="822960" cy="822960"/>
          </a:xfrm>
          <a:prstGeom prst="ellipse">
            <a:avLst/>
          </a:prstGeom>
          <a:solidFill>
            <a:srgbClr val="8C2A45"/>
          </a:solidFill>
          <a:ln/>
        </p:spPr>
      </p:sp>
      <p:pic>
        <p:nvPicPr>
          <p:cNvPr id="13" name="Image 0" descr="/home/claude/ppt/icon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1" y="4433011"/>
            <a:ext cx="460858" cy="4608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18120" y="5166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18120" y="5486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Jarvis-kernel_OSSP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818120" y="5806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created: YES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6D1B36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8C2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2377440" cy="0"/>
          </a:xfrm>
          <a:prstGeom prst="line">
            <a:avLst/>
          </a:prstGeom>
          <a:noFill/>
          <a:ln w="25400">
            <a:solidFill>
              <a:srgbClr val="C9A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  •  Section 08, Team 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github.com/kanusri-tmj/Jarvis-kernel_OSSP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ANUSRI</cp:lastModifiedBy>
  <cp:revision>2</cp:revision>
  <dcterms:created xsi:type="dcterms:W3CDTF">2026-09-10T09:27:02Z</dcterms:created>
  <dcterms:modified xsi:type="dcterms:W3CDTF">2026-10-01T03:36:34Z</dcterms:modified>
</cp:coreProperties>
</file>